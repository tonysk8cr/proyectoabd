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LALOBOS HIDALGO ANTHONY EMANUEL" userId="23453171-55ac-4019-b2dc-d604bc668d63" providerId="ADAL" clId="{372CEC8A-7B39-471F-82F5-C0EE8102E1C7}"/>
    <pc:docChg chg="custSel delSld modSld">
      <pc:chgData name="VILLALOBOS HIDALGO ANTHONY EMANUEL" userId="23453171-55ac-4019-b2dc-d604bc668d63" providerId="ADAL" clId="{372CEC8A-7B39-471F-82F5-C0EE8102E1C7}" dt="2026-08-18T02:03:21.600" v="1" actId="2696"/>
      <pc:docMkLst>
        <pc:docMk/>
      </pc:docMkLst>
      <pc:sldChg chg="delSp del mod">
        <pc:chgData name="VILLALOBOS HIDALGO ANTHONY EMANUEL" userId="23453171-55ac-4019-b2dc-d604bc668d63" providerId="ADAL" clId="{372CEC8A-7B39-471F-82F5-C0EE8102E1C7}" dt="2026-08-18T02:03:21.600" v="1" actId="2696"/>
        <pc:sldMkLst>
          <pc:docMk/>
          <pc:sldMk cId="0" sldId="257"/>
        </pc:sldMkLst>
        <pc:spChg chg="del">
          <ac:chgData name="VILLALOBOS HIDALGO ANTHONY EMANUEL" userId="23453171-55ac-4019-b2dc-d604bc668d63" providerId="ADAL" clId="{372CEC8A-7B39-471F-82F5-C0EE8102E1C7}" dt="2026-08-18T02:00:58.107" v="0" actId="478"/>
          <ac:spMkLst>
            <pc:docMk/>
            <pc:sldMk cId="0" sldId="257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95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778240" y="-128016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692640" y="-365760"/>
            <a:ext cx="4114800" cy="411480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424160" y="365760"/>
            <a:ext cx="2651760" cy="265176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HISPANOAMERICANA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Ingeniería · Aplicaciones de Bases de Datos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del Proyecto Final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Inventarios con Data Warehouse en Oracle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· Staging Area · Data Warehouse · Procesos ETL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4617720"/>
            <a:ext cx="3657600" cy="0"/>
          </a:xfrm>
          <a:prstGeom prst="line">
            <a:avLst/>
          </a:prstGeom>
          <a:noFill/>
          <a:ln w="12700">
            <a:solidFill>
              <a:srgbClr val="3C489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David Castro Fernández  ·  Santiago Fonseca Chinchilla
Anthony Villalobos Hidalgo  ·  Kleyber Vindas Ocampo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Ing. Allan Henry Naranjo Rojas   |   19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Explicación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proyecto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bases de datos para el control de inventarios de una organización con una o varias bodegas, implementada sobre Oracle Database 19c.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5349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el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709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5349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Oracle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(modelo, SA, DW)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4709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26080" y="5349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 /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PL-SQL en orden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resuelve el sistema?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120700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38928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existencias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38928" y="148132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proveedores, productos, empleados, órdenes de compra, inventario y cada movimiento de mercancía.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4414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7200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38928" y="2404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normalizado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38928" y="271576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tablas en tercera forma normal (3FN), con claves sustitutas, integridad referencial y sin atributos multivaluados.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67588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57200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38928" y="3639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preparación (Staging)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38928" y="395020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copia de los datos operativos como texto, sin rechazar ni truncar información, antes de transformarlos.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491032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57200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38928" y="4873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analítico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38928" y="518464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tipo estrella: una tabla central de movimientos rodeada de tablas de apoyo (proveedor, producto, empleado, orden, fecha).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1/5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negocio: del pedido al movimiento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flujo gira alrededor de dos hechos: la compra a un proveedor y el movimiento de mercancía en bodega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239012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2390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stock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de compras revisan existencias e identifican qué reabastecer.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96312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61488" y="18745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451860" y="21488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51860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98648" y="2926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compra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8648" y="356616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con proveedor, empleado responsable, método de envío y fechas.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74336" y="18745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664708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664708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11496" y="2926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11496" y="356616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envía la mercancía; se valida contra la orden registrada.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22008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87184" y="18745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7877556" y="2148840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877556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24344" y="2926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inventario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24344" y="356616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almacenan los artículos y se actualiza CANT_ACTUAL en INVENTARIO.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34856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400032" y="18745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10090404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0090404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37192" y="2926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registrado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37192" y="356616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(+) o salidas (-) quedan en MOVIMIENTO_INV con fecha y responsable.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de CANTIDAD_MOV distingue el tipo de evento: positivo = entrada de mercancía, negativo = salida (venta, distribución interna o devolución).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2/5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tres esquemas, un flujo ETL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esquema de Oracle cumple un único propósito dentro del recorrido del dato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108960"/>
            <a:ext cx="278892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tablas en 3FN con datos operativos de proveedores, productos, empleados, órdenes y movimientos.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304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3C489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2628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INVENTARIOSA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08960"/>
            <a:ext cx="278892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2628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intermedia en columnas de texto variable; no rechaza ni trunca información de origen.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62088" y="329184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7532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INVENTARIODW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75320" y="3108960"/>
            <a:ext cx="2788920" cy="0"/>
          </a:xfrm>
          <a:prstGeom prst="line">
            <a:avLst/>
          </a:prstGeom>
          <a:noFill/>
          <a:ln w="9525">
            <a:solidFill>
              <a:srgbClr val="141B4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27532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en estrella: tabla central de movimientos + 5 tablas de apoyo para análisis.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08 y 09 (paquetes PL/SQL): carga hacia Staging evitando duplicados, y validación (formato numérico, fecha, correo, estado activo) antes de insertar en el DW.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3/5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relacional del esquema INVENTARIO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49808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1270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" name="Image 0" descr="images/er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71323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715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Modelo relacional completo del esquema INVENTARIO (10 tablas)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366760" y="10698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366760" y="1069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23960" y="10058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sustitutas numéricas en las 10 tablas, en lugar de claves naturales.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66760" y="23682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36676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23960" y="230428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DETALLE_COMPRA resuelve la relación N:M entre ORDEN_COMPRA y PRODUCTOS.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366760" y="366674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36676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23960" y="3602736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MOVIMIENTO_INV llega a BODEGAS pasando por INVENTARIO (evita duplicar el dato).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366760" y="496519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8366760" y="4965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823960" y="4901184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PRECIO_UNIDAD (catálogo) vs. DETALLE_PRECIO (histórico) conservan el precio real de cada compra.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4/5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análisis: esquema en estrella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fuente seleccionadas del modelo relacional: MOVIMIENTO_INV, ORDEN_COMPRA, PRODUCTOS, PROVEEDORES y EMPLEADO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6080760" y="1965960"/>
            <a:ext cx="9144" cy="2011680"/>
          </a:xfrm>
          <a:prstGeom prst="line">
            <a:avLst/>
          </a:prstGeom>
          <a:noFill/>
          <a:ln w="19050">
            <a:solidFill>
              <a:srgbClr val="4C58A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 flipV="1">
            <a:off x="6080760" y="3017520"/>
            <a:ext cx="2697480" cy="960120"/>
          </a:xfrm>
          <a:prstGeom prst="line">
            <a:avLst/>
          </a:prstGeom>
          <a:noFill/>
          <a:ln w="19050">
            <a:solidFill>
              <a:srgbClr val="4C58A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080760" y="3977640"/>
            <a:ext cx="2286000" cy="1143000"/>
          </a:xfrm>
          <a:prstGeom prst="line">
            <a:avLst/>
          </a:prstGeom>
          <a:noFill/>
          <a:ln w="19050">
            <a:solidFill>
              <a:srgbClr val="4C58A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 flipH="1">
            <a:off x="3749040" y="3977640"/>
            <a:ext cx="2331720" cy="1143000"/>
          </a:xfrm>
          <a:prstGeom prst="line">
            <a:avLst/>
          </a:prstGeom>
          <a:noFill/>
          <a:ln w="19050">
            <a:solidFill>
              <a:srgbClr val="4C58A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 flipH="1" flipV="1">
            <a:off x="3337560" y="3017520"/>
            <a:ext cx="2743200" cy="960120"/>
          </a:xfrm>
          <a:prstGeom prst="line">
            <a:avLst/>
          </a:prstGeom>
          <a:noFill/>
          <a:ln w="19050">
            <a:solidFill>
              <a:srgbClr val="4C58A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120640" y="34290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8B84B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120640" y="34290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(tabla central)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15773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A3583"/>
          </a:solidFill>
          <a:ln w="12700">
            <a:solidFill>
              <a:srgbClr val="4C5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212080" y="15773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09560" y="26289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A3583"/>
          </a:solidFill>
          <a:ln w="12700">
            <a:solidFill>
              <a:srgbClr val="4C5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909560" y="26289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98080" y="47320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A3583"/>
          </a:solidFill>
          <a:ln w="12700">
            <a:solidFill>
              <a:srgbClr val="4C5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498080" y="47320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880360" y="47320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A3583"/>
          </a:solidFill>
          <a:ln w="12700">
            <a:solidFill>
              <a:srgbClr val="4C5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880360" y="47320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compra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68880" y="26289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A3583"/>
          </a:solidFill>
          <a:ln w="12700">
            <a:solidFill>
              <a:srgbClr val="4C5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468880" y="26289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de la tabla central es un evento real (fecha, producto, cantidad, empleado, orden y proveedor), lo que permite agrupar por tiempo o por actor sin repetir texto descriptivo.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5/5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y dificultades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6479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el proceso sin redundancia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proveedores, productos, empleados, órdenes, inventario y movimientos sin duplicar información en ningún punto del flujo.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76479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relaciones y llaves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cómo conectar las entidades — p. ej. dividir ORDEN_COMPRA y DETALLE_COMPRA para resolver la relación muchos a muchos con PRODUCTOS.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2336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1FN, 2FN y 3FN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la estructura de atributos y claves sin perder información necesaria para el funcionamiento del sistema.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2336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límites del diseño normalizado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9377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teléfono por EMPLEADO/PROVEEDORES, y posible repetición de UBICACION en BODEGAS si hay varias posiciones en una misma sede.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· 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la carga de prueba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registros por tabla en el modelo relacional (100 en total) recorrieron el flujo completo sin rechazos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prueba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cargados en INVENTARIO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383280" y="20848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recibidos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INVENTARIOSA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217920" y="20848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5508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validados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INVENTARIODW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052560" y="20848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8972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rechazados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las validaciones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movimientos (1 – 10 de febrero de 2026)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77240" y="448056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 mercancía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 unidades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448056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movimientos con cantidad positiva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23036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77240" y="52303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de mercancía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52303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unidades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5230368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movimientos con cantidad negativa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9801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77240" y="598017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del periodo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598017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+66 unidades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598017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creció más de lo que disminuyó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· 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22960" y="2002536"/>
            <a:ext cx="621792" cy="621792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relacional determina la calidad del análisis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130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—clave sustituta, catálogo separado, orden dividida de sus líneas— define qué tan fácil resulta después consultar y confiar en los datos.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22960" y="3602736"/>
            <a:ext cx="621792" cy="621792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3602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33467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cargar evita ambigüedades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7307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las validaciones de formato numérico, fecha, correo y estado obligó a anticipar cómo puede llegar mal un dato, no solo cómo llega bien.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2431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22960" y="5202936"/>
            <a:ext cx="621792" cy="621792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9469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bien normalizado se propaga hacia el DW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53309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atributos multivaluados y aplicar reglas de negocio mediante FKs obligatorias permitió que Staging y el Data Warehouse cargaran sin ambigüedades.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· 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desde cero: construcción del DW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por completo el proyecto en Oracle y se ejecutan los 9 scripts en orden, explicando cada etapa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B23A2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7647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el proyecto completo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0" y="1764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de usuarios INVENTARIO / INVENTARIOSA / INVENTARIODW existentes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01-UsuarioER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2267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usuario INVENTARIO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4864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70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02-ModeloRelacionalCreacion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2770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las 10 tablas, PK/FK y datos de prueba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03-UsuarioDW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3273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usuario INVENTARIODW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04-DataWarehouseCreacion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3776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tabla central + 5 tablas de apoyo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8105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4008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17647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05-UsuarioSA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17647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usuario INVENTARIOSA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3134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40080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2267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06-StagingAreaCreacion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235440" y="2267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tablas intermedias (texto variable)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2816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4008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2770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07-Accesos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235440" y="2770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 permisos entre esquemas (usuario admin)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3319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40080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08-StagingAreaETL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35440" y="3273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INVENTARIO → Staging, evita duplicados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38221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4008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37764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09-DataWarehouseETL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235440" y="3776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carga Staging → Data Warehouse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· 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consultas SELECT sobre el Data Warehouse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se ejecuta sobre INVENTARIODW y se interpreta en términos de negocio durante la demostración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77240" y="16550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655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5636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movida por producto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5636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SUM(CANTIDAD_MOV) agrupado por producto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09560" y="15636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artículos concentran más actividad de entrada o salida?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77240" y="25694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7240" y="2569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24780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vs. salidas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4780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condicionado al signo de CANTIDAD_MOV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09560" y="24780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inventario creció o disminuyó en el periodo analizado?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777240" y="34838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77240" y="3483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3924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por proveedor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924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movimientos → orden de compra → proveedor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09560" y="33924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proveedor está detrás de la mayor cantidad de entradas?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777240" y="43982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77240" y="4398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8760" y="43068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por empleado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3068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de movimientos agrupado por empleado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09560" y="43068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colaborador participó en más operaciones del proceso?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777240" y="531266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77240" y="53126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52212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por fecha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522122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COUNT/SUM agrupado por día, semana o mes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09560" y="52212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fechas se concentra más actividad de inventario?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·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Inventarios · Oracle DW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demostración en vivo del Data Warehouse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David Castro Fernández · Santiago Fonseca Chinchilla · Anthony Villalobos Hidalgo · Kleyber Vindas Ocampo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1380</Words>
  <Application>Microsoft Office PowerPoint</Application>
  <PresentationFormat>Panorámica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VILLALOBOS HIDALGO ANTHONY EMANUEL</cp:lastModifiedBy>
  <cp:revision>1</cp:revision>
  <dcterms:created xsi:type="dcterms:W3CDTF">2026-08-18T00:13:21Z</dcterms:created>
  <dcterms:modified xsi:type="dcterms:W3CDTF">2026-08-18T02:03:30Z</dcterms:modified>
</cp:coreProperties>
</file>